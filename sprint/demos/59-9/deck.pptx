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59-9</a:t>
            </a:r>
          </a:p>
          <a:p>
            <a:pPr>
              <a:defRPr sz="2000"/>
            </a:pPr>
            <a:r>
              <a:t>Fix cross_player redaction gap in redact_dispatch_package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In multiplayer sessions, secret actions shared across the entire party could leak into the AI narrator's view, even when explicitly marked as hidden. **Why it matters:** SideQuest's fairness model depends on the narrator only knowing what it's *allowed* to know — if a hidden group action (a secret ambush, a sealed deal) bleeds through, the narrator improvises around information it was never supposed to have, and the illusion of a fair, surprise-preserving game collapses. This was the highest-stakes gap in the system's information firewall.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narrator like a dealer at a poker table who is only allowed to see certain cards. The game already had a "card-covering" step that hid the right cards *for individual players*. But when players took an action *together as a group*, that same card-covering step forgot to run — those cards went straight to the dealer face-up, even if they were supposed to be face-down. This fix adds the missing cover step for group actions, so the dealer only ever sees what the rules say it's allowed to see.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fix follows the existing pattern exactly — it mirrors the individual-player filtering loop and applies it to the group-action channel. No new machinery, no new monitoring hooks, no API changes. Every other part of the system already treated individual and group actions symmetrically; the redactor was the lone exception. Closing the gap this way keeps behavior predictable and keeps the fix small enough to verify completely: six tests, all passing, covering the empty case, the fully-hidden case, and the mixed case where some group actions are hidden and some are not.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(broken) | After (fixed) |</a:t>
            </a:r>
            <a:br/>
            <a:r>
              <a:t>|---|---|---|</a:t>
            </a:r>
            <a:br/>
            <a:r>
              <a:t>| Individual player action marked "hidden from narrator" | Stripped — narrator cannot see it | Stripped — narrator cannot see it |</a:t>
            </a:r>
            <a:br/>
            <a:r>
              <a:t>| **Group action marked "hidden from narrator"** | **Passes through unfiltered — narrator sees it** | **Stripped — narrator cannot see it** |</a:t>
            </a:r>
            <a:br/>
            <a:r>
              <a:t>| Hidden group action tagged but narrator improvises around it | Yes — silent information leak | No — narrator has no knowledge of it |</a:t>
            </a:r>
            <a:br/>
            <a:r>
              <a:t>| Test coverage for group-action redaction | None | 3 tests: fully hidden, mixed, no-op |</a:t>
            </a:r>
            <a:br/>
            <a:r>
              <a:t>| Broader test suite | 1,143 passing | 1,143 passing (0 regressions) |</a:t>
            </a:r>
            <a:br/>
            <a:r>
              <a:t>| OTEL audit log covers group-action channel | No (follow-up story) | No (follow-up story filed)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