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50-27</a:t>
            </a:r>
          </a:p>
          <a:p>
            <a:pPr>
              <a:defRPr sz="2000"/>
            </a:pPr>
            <a:r>
              <a:t>Fix forensics wiring-test drift — test_forensics_route asserts stale honesty-contract copy vs rephrased forensics.html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A quality-gate test that verifies SideQuest's honesty about how it stores game data was failing — not because the code broke, but because the test was checking for an old phrase that no longer appeared in the page. **Why it matters:** This single failing test was blocking a separate, already-approved feature (the A/B evaluation harness, story 48-4) from being merged. Nothing could ship from the `develop` branch while the test suite showed red.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it like a smoke detector that was wired to detect the word "fire" — but the warning label on the detector was rewritten to say "flames" instead. The detector still works perfectly; the label just changed. This fix updated the detector to listen for the new word.</a:t>
            </a:r>
            <a:br/>
            <a:br/>
            <a:r>
              <a:t>Specifically: one line in one test file was updated. The test used to check that the page contained the phrase `"NOT a stored snapshot"`. That exact phrase was reworded in the page itself (to the clearer `"stores no per-round snapshot"`) during an earlier round of improvements — but the test wasn't updated to match. This fix syncs the test to the current page wording. The page itself was not touched.</a:t>
            </a:r>
            <a:br/>
            <a:br/>
            <a:r>
              <a:t>**One line changed. One file changed. Nothing else.**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test exists for a specific reason: to prove that SideQuest is honest with the game master about what data it actually keeps. The game engine doesn't store a complete snapshot of every round — it stores one persistent snapshot and *derives* the rest. If that honesty-contract message ever disappears from the GM panel, a career game master could be misled into trusting derived state as if it were ground truth.</a:t>
            </a:r>
            <a:br/>
            <a:br/>
            <a:r>
              <a:t>Two options existed:</a:t>
            </a:r>
            <a:br/>
            <a:r>
              <a:t>1. Reword the page back to the old phrase</a:t>
            </a:r>
            <a:br/>
            <a:r>
              <a:t>2. Update the test to match the new (better) phrase on the page</a:t>
            </a:r>
            <a:br/>
            <a:br/>
            <a:r>
              <a:t>Option 2 was chosen because the page's current wording — *"stores no per-round snapshot"* — is actually a stronger and more explicit statement of the contract than the old wording was. The page is the ground truth; the test's job is to verify the page, not the other way around.</a:t>
            </a:r>
            <a:br/>
            <a:br/>
            <a:r>
              <a:t>A third candidate phrase existed on line 314 of the HTML, but it contained a typographic "curly apostrophe" character — a fragile target that could break silently if the file encoding ever changed. The team chose the robust plain-ASCII phrase on line 295 instead.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| | Before | After |</a:t>
            </a:r>
            <a:br/>
            <a:r>
              <a:t>|---|---|---|</a:t>
            </a:r>
            <a:br/>
            <a:r>
              <a:t>| **Test assertion** | `assert "NOT a stored snapshot" in resp.text` | `assert "stores no per-round snapshot" in resp.text` |</a:t>
            </a:r>
            <a:br/>
            <a:r>
              <a:t>| **Test result** | `FAILED` — phrase not found in page | `PASSED` — phrase found at `forensics.html:295` |</a:t>
            </a:r>
            <a:br/>
            <a:r>
              <a:t>| **Full suite** | 1 failed, develop branch red | 6338 passed, 0 failed, 400 skipped |</a:t>
            </a:r>
            <a:br/>
            <a:r>
              <a:t>| **Story 48-4** | Blocked — cannot merge to red develop | Unblocked — finish ceremony can proceed |</a:t>
            </a:r>
            <a:br/>
            <a:r>
              <a:t>| **Files changed** | — | `tests/server/test_forensics_routes.py`: +1/-1 line |</a:t>
            </a:r>
            <a:br/>
            <a:r>
              <a:t>| **Production code** | — | Unchanged |</a:t>
            </a:r>
            <a:br/>
            <a:r>
              <a:t>| **Honesty contract strength** | "NOT a stored snapshot" (implicit negative) | "stores no per-round snapshot" (explicit positive statement of the invariant)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