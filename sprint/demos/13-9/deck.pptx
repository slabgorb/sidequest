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13-9</a:t>
            </a:r>
          </a:p>
          <a:p>
            <a:pPr>
              <a:defRPr sz="2000"/>
            </a:pPr>
            <a:r>
              <a:t>fix(barrier): handle timeout — notify players, fill missing actions, branch on timed_out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When a player went AFK or was too slow to submit their turn action before the timer expired, the game silently proceeded as if everyone had acted — ignoring the timeout entirely. **Why it matters:** Players watching the narration had no idea why certain characters did nothing, and the AI narrator had no knowledge that some actions were involuntary or absent — leading to incoherent story narration and a confusing multiplayer experience.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it like a board game where if a player doesn't move in time, the referee makes a move for them and announces it to the table. Before this fix, the referee just... did nothing, and the game pretended everyone moved normally.</a:t>
            </a:r>
            <a:br/>
            <a:br/>
            <a:r>
              <a:t>Now:</a:t>
            </a:r>
            <a:br/>
            <a:r>
              <a:t>1. **The timer actually does something.** When it expires, the game detects which players didn't submit.</a:t>
            </a:r>
            <a:br/>
            <a:r>
              <a:t>2. **Missing actions are filled in automatically.** Each silent player gets a placeholder action — "hesitates, waiting" — inserted on their behalf.</a:t>
            </a:r>
            <a:br/>
            <a:r>
              <a:t>3. **Everyone is notified.** A broadcast goes out to all players in the session saying who was auto-resolved and what default action was used.</a:t>
            </a:r>
            <a:br/>
            <a:r>
              <a:t>4. **The narrator is informed.** The AI storyteller now knows the difference between "this character chose to wait" and "this player actually submitted an action" — so the narration reflects reality.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timeout detection code already existed — it returned a `timed_out` flag. The bug was that nothing downstream ever *checked* that flag; both paths (everyone submitted vs. timeout fired) ran the same code. The fix is minimal and surgical: branch on `timed_out`, call the existing `force_resolve_turn()` mechanism for missing players, then thread the auto-resolution metadata into the narrator context. No new architecture — just connecting wires that were already there.</a:t>
            </a:r>
            <a:br/>
            <a:br/>
            <a:r>
              <a:t>The "hesitates, waiting" default text is intentionally neutral. It gives the narrator something grammatically coherent to work with without inventing player intent.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