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/>
            </a:pPr>
            <a:r>
              <a:t>Story 61-17</a:t>
            </a:r>
          </a:p>
          <a:p>
            <a:pPr>
              <a:defRPr sz="2000"/>
            </a:pPr>
            <a:r>
              <a:t>Fix stale test_zones_carry_cache_boundary_flag — 61-10 promoted narrator_constraints to System/cached bucket (#434) but test still asserts User-bucket cached=False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**Problem:** A test that was supposed to verify how the game engine caches AI narrator instructions started failing — not because the code broke, but because a previous improvement made the code *better*, and nobody updated the test to match.</a:t>
            </a:r>
            <a:br/>
            <a:br/>
            <a:r>
              <a:t>**Why it matters:** Failing tests that nobody trusts are worse than no tests at all. When a test fails for the wrong reason, it creates noise that masks real problems. Engineers stop trusting the suite, red starts meaning nothing, and the first real regression slips through undetected. A stale assertion is a broken smoke alarm — it's always beeping, so nobody runs when smoke appears.</a:t>
            </a:r>
            <a:br/>
            <a:br/>
            <a:r>
              <a:t>---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What We Built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Think of the game's AI narrator as a chef who keeps certain recipe cards permanently pinned to the wall (cached, always-available) versus others on a notepad they rewrite each time (uncached, fresh each turn).</a:t>
            </a:r>
            <a:br/>
            <a:br/>
            <a:r>
              <a:t>A recent improvement (Story 61-10) moved the "narrator constraints" card — the rules reminding the AI how to behave — from the notepad pile to the pinned-to-the-wall pile. That was a smart, deliberate optimization: those rules never change during a session, so why rewrite them every turn?</a:t>
            </a:r>
            <a:br/>
            <a:br/>
            <a:r>
              <a:t>The problem: a test was still checking the *old* location. It expected to find the card on the notepad (`cached = False`), but the card had been properly promoted to the wall (`cached = True`). The test failed every single run, screaming "card is in the wrong place!" — when actually the card was exactly where it should be.</a:t>
            </a:r>
            <a:br/>
            <a:br/>
            <a:r>
              <a:t>The fix: update the test to check the correct location. One line changed. The comment explaining *why* was also corrected, because it was still describing the old notepad world.</a:t>
            </a:r>
            <a:br/>
            <a:br/>
            <a:r>
              <a:t>---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Why This Approach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The production code was right. The test was wrong. The correct move was to fix the test, not revert the optimization.</a:t>
            </a:r>
            <a:br/>
            <a:br/>
            <a:r>
              <a:t>Reverting the code would have been the "easy" fix — make the test pass by moving the card back to the notepad. But that would undo a real performance improvement that reduces redundant work on every AI narrator call. "Don't break a working optimization to appease a stale test" is a foundational engineering principle.</a:t>
            </a:r>
            <a:br/>
            <a:br/>
            <a:r>
              <a:t>The harder check — which the reviewer explicitly performed — was confirming the updated test still *means something*. A test that always passes is also worthless. The team verified that the revised assertion still catches a real class of bugs: if someone accidentally removes narrator_constraints from the cached section in the future, the test will fail again, correctly this time. The guard rail is intact; it's just pointing at the right thing.</a:t>
            </a:r>
            <a:br/>
            <a:br/>
            <a:r>
              <a:t>---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Before / After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| | Before (stale test) | After (corrected test) |</a:t>
            </a:r>
            <a:br/>
            <a:r>
              <a:t>|---|---|---|</a:t>
            </a:r>
            <a:br/>
            <a:r>
              <a:t>| **What the test checked** | `narrator_constraints` expected in User bucket (uncached) | `narrator_constraints` expected in System bucket (cached) |</a:t>
            </a:r>
            <a:br/>
            <a:r>
              <a:t>| **Test result** | FAILED — `assert True is False` | PASSED |</a:t>
            </a:r>
            <a:br/>
            <a:r>
              <a:t>| **Production code** | Correct (narrator_constraints IS cached per Story 61-10) | Correct (unchanged) |</a:t>
            </a:r>
            <a:br/>
            <a:r>
              <a:t>| **Explanatory comment** | "User-bucket guardrail attached to cached system_blocks[0]" — factually false since 61-10 | "narrator_constraints is System-bucket (STABLE_SECTION_NAMES) per Story 61-10" — accurate |</a:t>
            </a:r>
            <a:br/>
            <a:r>
              <a:t>| **What a regression looks like** | Test always failed, so nobody noticed real regressions | If narrator_constraints is ever incorrectly removed from STABLE_SECTION_NAMES, the `is True` assertion catches it immediately |</a:t>
            </a:r>
            <a:br/>
            <a:r>
              <a:t>| **Suite state** | 1 permanent false-negative in cache-attribution suite | 9/9 green; suite is a reliable signal |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228600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/>
            </a:pPr>
            <a:r>
              <a:t>Questions?</a:t>
            </a:r>
          </a:p>
          <a:p>
            <a:pPr>
              <a:defRPr sz="1800"/>
            </a:pPr>
            <a:r>
              <a:t>Next steps and call to action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