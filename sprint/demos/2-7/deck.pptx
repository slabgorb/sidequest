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2-7</a:t>
            </a:r>
          </a:p>
          <a:p>
            <a:pPr>
              <a:defRPr sz="2000"/>
            </a:pPr>
            <a:r>
              <a:t>State patch pipeline — combat/chase/world JSON patches applied, state delta computation, client broadcast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After the AI narrator finished telling a story beat — a fight, a chase, a character meeting a new NPC — the game's internal state didn't update reliably. HP changes were lost. NPC attitudes weren't recorded. Discovered locations weren't remembered. The client (what the player sees on screen) never received a signal that anything had changed, so the UI was stale or wrong. **Why it matters:** Every meaningful event in the game — combat, exploration, narrative twists — has to land in the game state and be reflected to the player instantly. Without this pipeline, the game engine was effectively narrating events into a void.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Think of the game engine like a scoreboard operator at a sporting event. Before this fix, the AI narrator could shout out "Thorn took 8 damage!" or "You've entered the Flickering Reach!" — but the scoreboard operator had no instructions for what to do with that information, so nothing changed on the board.</a:t>
            </a:r>
            <a:br/>
            <a:br/>
            <a:r>
              <a:t>This story gave the scoreboard operator a complete, reliable rulebook:</a:t>
            </a:r>
            <a:br/>
            <a:br/>
            <a:r>
              <a:t>- **Health changes** from combat or events now apply immediately to the right character or NPC</a:t>
            </a:r>
            <a:br/>
            <a:r>
              <a:t>- **NPC attitudes** ("Marta the Innkeeper is now hostile") get translated and stored correctly</a:t>
            </a:r>
            <a:br/>
            <a:r>
              <a:t>- **New locations and discovered routes** are added to the world map without creating duplicates</a:t>
            </a:r>
            <a:br/>
            <a:r>
              <a:t>- **Quest progress** is merged in additively — completing one quest step doesn't wipe out others</a:t>
            </a:r>
            <a:br/>
            <a:r>
              <a:t>- **Time of day, active stakes, and established lore** are now tracked fields the narrator can update</a:t>
            </a:r>
            <a:br/>
            <a:r>
              <a:t>- Once all patches are applied, the engine **calculates exactly what changed** and pushes the right update messages to the player's screen — party health bars, location banners, map reveals, and combat events, each fired only when relevant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AI narrator sends updates as small, targeted JSON "patches" — only describing what changed, not re-sending the entire world state. This is efficient and mirrors how real-time systems like live sports feeds work.</a:t>
            </a:r>
            <a:br/>
            <a:br/>
            <a:r>
              <a:t>The key engineering decisions:</a:t>
            </a:r>
            <a:br/>
            <a:br/>
            <a:r>
              <a:t>1. **Patches are strictly validated** — if the AI sends a field the engine doesn't recognize, it's rejected immediately rather than silently ignored. This catches narrator errors at the boundary.</a:t>
            </a:r>
            <a:br/>
            <a:r>
              <a:t>2. **Discovery lists use append-and-deduplicate** — if the narrator says "the player discovers the Iron Road" twice, it only appears in the world map once. No corruption from repeated events.</a:t>
            </a:r>
            <a:br/>
            <a:r>
              <a:t>3. **NPC identity is locked on first set** — once an NPC's pronouns and appearance are established, subsequent patches can't accidentally overwrite them. Characters feel consistent.</a:t>
            </a:r>
            <a:br/>
            <a:r>
              <a:t>4. **Delta computation is separate from patching** — the engine takes a snapshot before and after applying changes, compares them, and only broadcasts the messages that are actually needed. No false updates, no missed ones.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| Event | Before | After |</a:t>
            </a:r>
            <a:br/>
            <a:r>
              <a:t>|---|---|---|</a:t>
            </a:r>
            <a:br/>
            <a:r>
              <a:t>| Thorn takes 8 damage in combat | HP stays at `25/30`; health bar unchanged | HP updates to `17/30`; `PARTY_STATUS` message fires with `current_hp: 17` |</a:t>
            </a:r>
            <a:br/>
            <a:r>
              <a:t>| Marta the Innkeeper turns hostile | Disposition stays `Neutral (15)`; no record | Disposition updated to `Hostile`; stored and queryable |</a:t>
            </a:r>
            <a:br/>
            <a:r>
              <a:t>| Player discovers "The Iron Road" | Route not added to world map | Route appended once; duplicate narrations don't create duplicate entries |</a:t>
            </a:r>
            <a:br/>
            <a:r>
              <a:t>| Player discovers "The Iron Road" again (repeated event) | N/A | Still one entry — deduplication prevents corruption |</a:t>
            </a:r>
            <a:br/>
            <a:r>
              <a:t>| AI narrator sets Marta's pronouns, then sends a patch again | Second patch could overwrite identity | Identity locked on first set; subsequent patches ignored for pronouns/appearance |</a:t>
            </a:r>
            <a:br/>
            <a:r>
              <a:t>| Quest step "Find the Warden" completed | Full `quest_log` replaced; other steps wiped | Individual step merged in; existing quest entries preserved |</a:t>
            </a:r>
            <a:br/>
            <a:r>
              <a:t>| Location changes to "Abandoned Refinery" | No client message sent | `CHAPTER_MARKER` message fires with `title: "Abandoned Refinery"` |</a:t>
            </a:r>
            <a:br/>
            <a:r>
              <a:t>| Combat begins | `in_combat` flag unchanged; turn order lost | `COMBAT_EVENT` broadcast with turn order, available actions, drama weight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