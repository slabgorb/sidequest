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45-36</a:t>
            </a:r>
          </a:p>
          <a:p>
            <a:pPr>
              <a:defRPr sz="2000"/>
            </a:pPr>
            <a:r>
              <a:t>45-10 follow-up — reviewer cleanup (logger, vacuous test, doc fixes)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After story 45-10 shipped the scrapbook coverage detector, a code review found 15 quality gaps — missing observability logs, tests that didn't actually test anything, stale documentation that described code that no longer existed, and a test infrastructure bug that caused intermittent failures across the entire test suite. Why it matters: Unobservable code fails silently in production; tests that don't assert anything give false confidence; and a flaky test fixture makes every future CI run unreliable — engineers stop trusting the red/green signal that tells them if the system is working.</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this like a final walkthrough before handing over the keys to a building. The contractors built the rooms (45-10), but the inspector flagged a list of punch-list items before sign-off. This story is that punch list.</a:t>
            </a:r>
            <a:br/>
            <a:br/>
            <a:r>
              <a:t>Specifically:</a:t>
            </a:r>
            <a:br/>
            <a:br/>
            <a:r>
              <a:t>- **Added a warning log** so that when the system finds a coverage gap (rounds in a game session that weren't recorded), it announces that out loud instead of silently noting it.</a:t>
            </a:r>
            <a:br/>
            <a:r>
              <a:t>- **Fixed three tests that were asking the wrong questions.** One test checked that a module could be imported — it didn't check that anything inside the module was usable. Another test said "the number 11 appears somewhere in this result" instead of "the result is exactly rounds 11 through 29." Those are very different levels of confidence.</a:t>
            </a:r>
            <a:br/>
            <a:r>
              <a:t>- **Added "nothing should happen" tests** — verifying that when a player has no scrapbook data at all, the system produces zero alerts. Previously we only tested the "something is wrong" path, not the "everything is quiet" path.</a:t>
            </a:r>
            <a:br/>
            <a:r>
              <a:t>- **Added two missing edge-case tests** — gaps that skip around non-consecutively (rounds 1-5 covered, then 8-10 covered, gap is 6-7 only), and rows with impossible round numbers that should be filtered out automatically.</a:t>
            </a:r>
            <a:br/>
            <a:r>
              <a:t>- **Fixed a test infrastructure bug** that caused test-suite state to bleed across test runs — like a whiteboard that never gets erased between meetings. OTEL (our tracing system) was accumulating processors across the entire test session; each test now starts with a clean slate.</a:t>
            </a:r>
            <a:br/>
            <a:r>
              <a:t>- **Cleaned up stale comments and misleading documentation** — one comment described a database join that was removed months ago, one called a real object a "stub" (it isn't), and production code used a fictional character name ("Felix's solo sessions") where a technical description belongs.</a:t>
            </a:r>
            <a:br/>
            <a:r>
              <a:t>- **Organized import statements** to follow standard Python conventions — two `import json` statements were buried inside test fixtures instead of at the top of the file.</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Each fix is the smallest change that eliminates a specific risk:</a:t>
            </a:r>
            <a:br/>
            <a:br/>
            <a:r>
              <a:t>- Logs over silent code: the only way to confirm the coverage detector fired in production is OTEL spans and logger output. Without them, you're trusting the system is working rather than verifying it.</a:t>
            </a:r>
            <a:br/>
            <a:r>
              <a:t>- Exact assertions over substring checks: "the string contains '11'" passes even if the result is `"round 11 is fine"` — the wrong conclusion. A sequence equality check catches regressions that substring matching misses.</a:t>
            </a:r>
            <a:br/>
            <a:r>
              <a:t>- Negative-path tests: systems break in two directions — they fire when they shouldn't, and they stay silent when they should fire. The existing tests only covered the second failure mode.</a:t>
            </a:r>
            <a:br/>
            <a:r>
              <a:t>- OTEL fixture reset: test infrastructure that accumulates state across a session is a slow-motion reliability problem. It doesn't fail immediately; it makes failures non-reproducible, which is worse.</a:t>
            </a:r>
            <a:br/>
            <a:br/>
            <a:r>
              <a:t>None of these changes alter behavior. They make existing behavior verifiable and future regressions catchable.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Area | Before | After |</a:t>
            </a:r>
            <a:br/>
            <a:r>
              <a:t>|---|---|---|</a:t>
            </a:r>
            <a:br/>
            <a:r>
              <a:t>| Gap detection logging | Silent — no log, no span, no production trace | `logger.warning('scrapbook.coverage_gap_detected genre=%s world=%s ...')` on every gap |</a:t>
            </a:r>
            <a:br/>
            <a:r>
              <a:t>| Vacuous import test | `test_module_imports_cleanly` passed with no assertions | Merged with `test_helper_function_exported`; asserts `hasattr(mod, "detect_scrapbook_coverage_gaps")` |</a:t>
            </a:r>
            <a:br/>
            <a:r>
              <a:t>| Assertion strength | `assert "11" in gap_str and "29" in gap_str` — passes if "11" appears anywhere | `tuple(gap_rounds_attr) == tuple(range(11, 30))` — exact sequence equality |</a:t>
            </a:r>
            <a:br/>
            <a:r>
              <a:t>| Negative-path (empty store) | No test covered the "nothing to detect" path | Asserts `_spans_named(otel_capture, 'scrapbook.coverage_gap_detected') == []` and `watcher_capture == []` |</a:t>
            </a:r>
            <a:br/>
            <a:r>
              <a:t>| SpanRoute extract tests | Only `route.component` was asserted | Full `route.extract` call with known attributes; expected dict shape asserted |</a:t>
            </a:r>
            <a:br/>
            <a:r>
              <a:t>| Edge cases | Non-contiguous gaps and out-of-range rows: untested | Two new tests added; both pass |</a:t>
            </a:r>
            <a:br/>
            <a:r>
              <a:t>| OTEL fixture | `SimpleSpanProcessor.shutdown()` did not deregister; processors accumulated across session | Global TracerProvider reset on each fixture setup — clean slate per test |</a:t>
            </a:r>
            <a:br/>
            <a:r>
              <a:t>| Stale join comment | "production join goes through narrative_log.round_number" (no join exists) | Replaced with accurate description of `max_narrative_round()` + direct `scrapbook_entries.turn_id` query |</a:t>
            </a:r>
            <a:br/>
            <a:r>
              <a:t>| "Stub snapshot" comment | Called a real `GameSnapshot` a test double | Renamed to "Minimal snapshot fixture" |</a:t>
            </a:r>
            <a:br/>
            <a:r>
              <a:t>| Persona reference in prod code | `connect.py:907` referenced "Felix's solo sessions" | Replaced with "genre+world+player triple saves without a slug" |</a:t>
            </a:r>
            <a:br/>
            <a:r>
              <a:t>| Module docstring | 4-line summary, lockstep invariant unexplained | Expanded to explain `narrative_log.round_number` is written from `turn_manager.interaction` at the narration site — the invariant is documented where it matters |</a:t>
            </a:r>
            <a:br/>
            <a:r>
              <a:t>| Import placement | `import json as _json` inside fixtures at lines 119 and 294 | Moved to module top in both files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