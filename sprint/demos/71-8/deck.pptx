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71-8</a:t>
            </a:r>
          </a:p>
          <a:p>
            <a:pPr>
              <a:defRPr sz="2000"/>
            </a:pPr>
            <a:r>
              <a:t>Fix pre-existing pyright error in reference_presenters.py present_magic rows reassignment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A type-checking error existed in the game server's magic reference presenter — a variable named `rows` was used first to hold a single HTML text string, then later in the same function to hold a list of strings. The type-checker (pyright) correctly flagged this as contradictory and refused to validate the file cleanly.</a:t>
            </a:r>
            <a:br/>
            <a:br/>
            <a:r>
              <a:t>**Why it matters:** Pyright errors in the codebase are silent landmines. They don't break the running game today, but they tell future developers "this code is type-unsafe here" — which means the type-checker stops being a reliable safety net. If errors accumulate, the tool becomes noise and gets ignored, and that's when real bugs start slipping through uncaught.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mislabeled folder at the office. Someone put a single sticky note into a folder labeled "Stack of Reports." The filing system (pyright) complained: "a sticky note is not a stack of reports." The fix was simple — give the sticky note its own correctly-labeled folder: rename the variable from `rows` (which sounds like "a list of things") to `limit_rows` (which clearly means "a single line of hard-limit text"). The list that legitimately deserved the name `rows` kept it. One variable rename, two lines changed, zero behavior change.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cleanest fix for a name collision is to give one of the colliding names a more precise, descriptive name. `limit_rows` is actually a *better* name than `rows` for what it holds — a formatted HTML string representing a magic system's hard limits. Alternatives like suppressing the error with a `# type: ignore` comment would silence the warning without fixing the underlying ambiguity, which is exactly the kind of debt we want to eliminate, not paper over.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**Before** — `present_magic` in `reference_presenters.py`:</a:t>
            </a:r>
            <a:br/>
            <a:br/>
            <a:r>
              <a:t>```python</a:t>
            </a:r>
            <a:br/>
            <a:r>
              <a:t># Line 924 — local variable named 'rows', holds a str (HTML chip label)</a:t>
            </a:r>
            <a:br/>
            <a:r>
              <a:t>rows = "".join(</a:t>
            </a:r>
            <a:br/>
            <a:r>
              <a:t>    f'&lt;span class="chip"&gt;{escape(_format_chip_label(str(k)))}: '</a:t>
            </a:r>
            <a:br/>
            <a:r>
              <a:t>    f'{escape(_format_chip_label(str(v)))}&lt;/span&gt;'</a:t>
            </a:r>
            <a:br/>
            <a:r>
              <a:t>    for k, v in limits.items()</a:t>
            </a:r>
            <a:br/>
            <a:r>
              <a:t>)</a:t>
            </a:r>
            <a:br/>
            <a:r>
              <a:t># Line 930 — 'rows' referenced here (still the str)</a:t>
            </a:r>
            <a:br/>
            <a:r>
              <a:t>parts.append(f'&lt;div class="hard-limits"&gt;{rows}&lt;/div&gt;')</a:t>
            </a:r>
            <a:br/>
            <a:br/>
            <a:r>
              <a:t># ... later in the same function scope ...</a:t>
            </a:r>
            <a:br/>
            <a:r>
              <a:t># Line 940 — 'rows' redeclared as list[str] ← PYRIGHT ERROR</a:t>
            </a:r>
            <a:br/>
            <a:r>
              <a:t>rows: list[str] = []</a:t>
            </a:r>
            <a:br/>
            <a:r>
              <a:t>```</a:t>
            </a:r>
            <a:br/>
            <a:br/>
            <a:r>
              <a:t>pyright sees `rows` as `str` from line 924, then sees `rows: list[str]` on line 940 and raises `reportAssignmentType`: *"str" is not assignable to "list[str]"*.</a:t>
            </a:r>
            <a:br/>
            <a:br/>
            <a:r>
              <a:t>---</a:t>
            </a:r>
            <a:br/>
            <a:br/>
            <a:r>
              <a:t>**After** — same function, fix applied:</a:t>
            </a:r>
            <a:br/>
            <a:br/>
            <a:r>
              <a:t>```python</a:t>
            </a:r>
            <a:br/>
            <a:r>
              <a:t># Line 924 — renamed to 'limit_rows' (precise name for what it holds)</a:t>
            </a:r>
            <a:br/>
            <a:r>
              <a:t>limit_rows = "".join(</a:t>
            </a:r>
            <a:br/>
            <a:r>
              <a:t>    f'&lt;span class="chip"&gt;{escape(_format_chip_label(str(k)))}: '</a:t>
            </a:r>
            <a:br/>
            <a:r>
              <a:t>    f'{escape(_format_chip_label(str(v)))}&lt;/span&gt;'</a:t>
            </a:r>
            <a:br/>
            <a:r>
              <a:t>    for k, v in limits.items()</a:t>
            </a:r>
            <a:br/>
            <a:r>
              <a:t>)</a:t>
            </a:r>
            <a:br/>
            <a:r>
              <a:t># Line 930 — reference updated to match</a:t>
            </a:r>
            <a:br/>
            <a:r>
              <a:t>parts.append(f'&lt;div class="hard-limits"&gt;{limit_rows}&lt;/div&gt;')</a:t>
            </a:r>
            <a:br/>
            <a:br/>
            <a:r>
              <a:t># ... later in the same function scope ...</a:t>
            </a:r>
            <a:br/>
            <a:r>
              <a:t># Line 940 — 'rows: list[str]' is now unambiguous ← NO ERROR</a:t>
            </a:r>
            <a:br/>
            <a:r>
              <a:t>rows: list[str] = []</a:t>
            </a:r>
            <a:br/>
            <a:r>
              <a:t>```</a:t>
            </a:r>
            <a:br/>
            <a:br/>
            <a:r>
              <a:t>pyright is satisfied. The HTML output is byte-identical. The escaping is unchanged. The function behaves exactly as before — now with a name that accurately describes what each variable 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