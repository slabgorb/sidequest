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45-26</a:t>
            </a:r>
          </a:p>
          <a:p>
            <a:pPr>
              <a:defRPr sz="2000"/>
            </a:pPr>
            <a:r>
              <a:t>Delete legacy /api/saves/* endpoints + (genre, world, player) save-path helper (was 37-52)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The save system had two different ways to identify a game — an old (genre + world + player name) file path, and a newer unique "game slug" code — both active in production simultaneously. **Why it matters:** Dead code paths are security surface, maintenance burden, and a source of subtle bugs. One such bug was discovered during this cleanup: new-style game connections were silently failing to play their opening scene because a counter check used the wrong starting value. Running two parallel identity systems also blocked multiplayer save sharing, which requires the single-slug model.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Imagine a library that used to file books two different ways — first by "Author → Genre → Title" shelving, and later by a unique barcode sticker. For a while both systems coexisted. This story throws out the old shelving system entirely.</a:t>
            </a:r>
            <a:br/>
            <a:br/>
            <a:r>
              <a:t>Specifically:</a:t>
            </a:r>
            <a:br/>
            <a:r>
              <a:t>- **Three API routes were deleted**: the "list my saves," "create a save slot," and "delete a save" endpoints that used genre/world/player-name as the address. Gone.</a:t>
            </a:r>
            <a:br/>
            <a:r>
              <a:t>- **One internal helper function was deleted**: the code that calculated a file path from those three pieces of information (`db_path_for_session`). The barcode-based version (`db_path_for_slug`) is now the only one.</a:t>
            </a:r>
            <a:br/>
            <a:r>
              <a:t>- **The old connection handshake was deleted**: the ~272-line branch that let a game session start by saying "I want genre X, world Y, player Z." Now every connection must present a slug — no slug, no session.</a:t>
            </a:r>
            <a:br/>
            <a:r>
              <a:t>- **A latent bug was fixed**: New-style connections were never triggering the opening scene of a game because a counter was checking `== 0` when it always starts at `1`. Fixed to check "is this the first time this slug has ever connected?" instead.</a:t>
            </a:r>
            <a:br/>
            <a:r>
              <a:t>- **Net result**: ~900 lines of production code removed; the test suite grew 86 lines of permanent guardrails to ensure nothing can re-add the deleted routes.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slug model (MP-03) was already the exclusive path used by the UI. These endpoints were **confirmed dead code** — no real traffic, but still tested, maintained, and reachable by anything that could call the API. Keeping dead code alive has compounding costs:</a:t>
            </a:r>
            <a:br/>
            <a:br/>
            <a:r>
              <a:t>1. It hides bugs (as demonstrated by the opening-scene fix, which would have gone unnoticed under the old path).</a:t>
            </a:r>
            <a:br/>
            <a:r>
              <a:t>2. It doubles the surface area for security review.</a:t>
            </a:r>
            <a:br/>
            <a:r>
              <a:t>3. It blocks future multiplayer work, which requires a single canonical save identity per game.</a:t>
            </a:r>
            <a:br/>
            <a:br/>
            <a:r>
              <a:t>The correct engineering move at this stage was deletion, not deprecation tags. The UI had already migrated; the only things still hitting the old paths were tests, which were retargeted in the same commit. Automated tests now enforce the absence of these routes at the code level — a future developer cannot accidentally re-add them without a test failure.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