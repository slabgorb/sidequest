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11-2</a:t>
            </a:r>
          </a:p>
          <a:p>
            <a:pPr>
              <a:defRPr sz="2000"/>
            </a:pPr>
            <a:r>
              <a:t>LoreStore — in-memory indexed collection with add, query by category, query by keyword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game engine had no structured way to store or search the lore that gives each world its flavor — legends, faction histories, location descriptions, character backstories. Content was either hardcoded or scattered across YAML files with no runtime querying capability. **Why it matters:** Without a queryable lore layer, the AI narrator can't retrieve contextually relevant world details during a scene, which produces generic, repetitive narration that breaks immersion.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LoreStore like a searchable library card catalog that lives entirely in the game server's memory.</a:t>
            </a:r>
            <a:br/>
            <a:br/>
            <a:r>
              <a:t>Before this story, lore entries existed only as flat files. Now, when the server starts, it loads those entries into a fast in-memory index — organized by **category** (e.g., *locations*, *factions*, *creatures*) and tagged with **keywords**. Two query paths were added:</a:t>
            </a:r>
            <a:br/>
            <a:br/>
            <a:r>
              <a:t>1. **"Give me everything in category X"** — returns all lore under a named bucket.</a:t>
            </a:r>
            <a:br/>
            <a:r>
              <a:t>2. **"Find entries mentioning keyword Y"** — searches across all categories for relevant content.</a:t>
            </a:r>
            <a:br/>
            <a:br/>
            <a:r>
              <a:t>No database, no network call. It all lives in RAM and responds in microseconds.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Three reasons this design was chosen over alternatives like a SQLite database or a full-text search service:</a:t>
            </a:r>
            <a:br/>
            <a:br/>
            <a:r>
              <a:t>1. **Speed over persistence.** Lore is read-only at runtime — it's authored in YAML and loaded once. There's no need for write durability, so a database would add complexity with no benefit.</a:t>
            </a:r>
            <a:br/>
            <a:r>
              <a:t>2. **Zero dependencies.** An in-memory structure in Rust needs no external service, no Docker container, no connection pool. The game server stays self-contained.</a:t>
            </a:r>
            <a:br/>
            <a:r>
              <a:t>3. **Fits the load pattern.** The narrator queries lore many times per scene but the data never changes mid-session. An indexed hashmap is the textbook solution for this read-heavy, write-once pattern.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