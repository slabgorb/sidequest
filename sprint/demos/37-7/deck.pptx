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37-7</a:t>
            </a:r>
          </a:p>
          <a:p>
            <a:pPr>
              <a:defRPr sz="2000"/>
            </a:pPr>
            <a:r>
              <a:t>Chargen back button not wired — UI sends CHARACTER_CREATION action:back but server payload schema does not accept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The "Back" button during character creation was broken — clicking it did nothing, leaving players stuck. Why it matters: Character creation is the very first thing a new player does. A non-functional back button on the first screen they interact with signals a buggy product and forces players to refresh the browser, losing any progress they'd made.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When a player clicks "Back" during character creation, the app sends a signal to the game server saying "go back." The server wasn't set up to understand that signal — it didn't recognize "back" as a valid action, so it silently ignored it. The fix taught the server to accept the back signal and respond correctly, returning the player to the previous step.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UI and server had drifted out of sync — the front end was doing its job correctly, but the back end's rulebook didn't include the "back" action. Rather than working around this with client-side tricks, we fixed it at the source: updated the server's accepted action list so both sides speak the same language. Clean, permanent, no hacks.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