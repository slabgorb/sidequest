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39-9</a:t>
            </a:r>
          </a:p>
          <a:p>
            <a:pPr>
              <a:defRPr sz="2000"/>
            </a:pPr>
            <a:r>
              <a:t>Caverns_and_claudes CON rebalance + stat_display cleanup — surfaced by 2026-05-10 playtest: CON is the rarest stat (3 of 35 beats) in a dungeon-delve pack where it should matter. Add 5+ new CON-flagged obstacles to beat_vocabulary.yaml (cave-air poisoning, forced march fatigue, holding breath, cold soak, bad water dysentery) and re-route 2-3 existing brace/endurance beats in confrontations[combat] from STR/CON ambiguity into clean CON ownership. Remove stale `hp / max_hp / ac` entries from rules.yaml stat_display_fields (HP removed per ADR-014, lingering display schema). Content-only — no server change. Verify on a delve playtest that CON 17 vs CON 9 differs on ≥3 distinct beat types in a single descent.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In the caverns_and_claudes dungeon-crawl pack, the Constitution stat (CON — a character's physical endurance and toughness) appeared in only 3 out of 35 possible challenge types, despite this being a game about exploring dark, dangerous underground environments where exhaustion, bad air, and filthy water should be constant threats. A dungeon delver with CON 17 played identically to one with CON 9 for 91% of the descent. Why it matters: this breaks the fundamental promise of character building — the choices players make during character creation should feel meaningful during play. Sebastien, the group's mechanics-focused player, will notice this immediately. The mismatch also surfaced a housekeeping issue: the game's display schema was still advertising HP, armor class, and hit point fields that were intentionally removed from the game over a year ago.</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game's challenge library like a menu at a restaurant. Before this change, the "endurance" section of the menu had only three dishes — but the kitchen was fully equipped to make twenty. This story added five new CON-gated challenges to the library:</a:t>
            </a:r>
            <a:br/>
            <a:br/>
            <a:r>
              <a:t>- **Cave-Air Poisoning** — bad gas pockets in deep tunnels; tough characters push through, fragile ones get woozy</a:t>
            </a:r>
            <a:br/>
            <a:r>
              <a:t>- **Forced March Fatigue** — relentless pace breaks down weaker bodies</a:t>
            </a:r>
            <a:br/>
            <a:r>
              <a:t>- **Holding Breath** — submerged passages, flooded corridors</a:t>
            </a:r>
            <a:br/>
            <a:r>
              <a:t>- **Cold Soak** — wading through freezing underground streams</a:t>
            </a:r>
            <a:br/>
            <a:r>
              <a:t>- **Bad Water Dysentery** — drinking from contaminated pools mid-descent</a:t>
            </a:r>
            <a:br/>
            <a:br/>
            <a:r>
              <a:t>On top of that, 2–3 existing challenges that were ambiguously labeled "needs strength *or* endurance" were cleaned up and formally assigned to CON ownership. No more coin-flipping by the narrator.</a:t>
            </a:r>
            <a:br/>
            <a:br/>
            <a:r>
              <a:t>Finally, three display fields — HP, Max HP, and Armor Class — were removed from the game's stat display configuration. These fields were deleted from the game engine over a year ago per a deliberate design decision (the game uses Momentum, Edge, and Fate instead), but their labels were still showing up in the schema like a ghost employee on the payroll.</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fix was kept entirely in content files — no server code was touched. This was the right call because the problem was a gap in the data, not a bug in the engine. The engine already knew how to evaluate CON checks; it just had almost nothing to evaluate. Adding new beat types to the YAML vocabulary is low-risk, immediately testable, and doesn't require a deployment cycle. It also means any future content contributor can add more CON beats the same way, without touching Python or needing a code review.</a:t>
            </a:r>
            <a:br/>
            <a:br/>
            <a:r>
              <a:t>The stat display cleanup is a similar story: the game's rules schema is authoritative for what the UI shows. Removing dead fields from the schema is safer than patching around them, and it prevents the narrator from accidentally referencing stats the game no longer tracks.</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Dimension | Before | After |</a:t>
            </a:r>
            <a:br/>
            <a:r>
              <a:t>|---|---|---|</a:t>
            </a:r>
            <a:br/>
            <a:r>
              <a:t>| CON beats in vocabulary | 3 of 35 (9%) | 8+ of 40 (~20%) |</a:t>
            </a:r>
            <a:br/>
            <a:r>
              <a:t>| CON 17 vs CON 9 divergence per descent | Rarely detectable | ≥3 distinct beat types per descent |</a:t>
            </a:r>
            <a:br/>
            <a:r>
              <a:t>| STR/CON ambiguous beats | 2–3 (narrator judgment call) | 0 (resolved to CON ownership) |</a:t>
            </a:r>
            <a:br/>
            <a:r>
              <a:t>| Stat display schema | Includes `hp`, `max_hp`, `ac` (removed from engine) | Clean — only active stats listed |</a:t>
            </a:r>
            <a:br/>
            <a:r>
              <a:t>| New beat types | None | cave_air_poisoning, forced_march_fatigue, holding_breath, cold_soak, bad_water_dysentery |</a:t>
            </a:r>
            <a:br/>
            <a:r>
              <a:t>| Server code touched | — | None (content-only) |</a:t>
            </a:r>
            <a:br/>
            <a:br/>
            <a:r>
              <a:t>**Before:** A player who invested in CON during character creation would descend through thirty-five dungeon challenges and feel their choice matter exactly three times. The narrator had no content to trigger their endurance stats. Meanwhile, the display schema was silently advertising HP as a tracked value despite the game having replaced it with Momentum over a year ago.</a:t>
            </a:r>
            <a:br/>
            <a:br/>
            <a:r>
              <a:t>**After:** CON is a meaningful axis throughout a dungeon descent — cold tunnels, foul air, flooded passages, and bad water all demand it. Ambiguous beats have been resolved so the narrator doesn't have to improvise whether something is a strength test or an endurance test. The display schema matches reality.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