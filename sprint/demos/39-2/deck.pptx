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39-2</a:t>
            </a:r>
          </a:p>
          <a:p>
            <a:pPr>
              <a:defRPr sz="2000"/>
            </a:pPr>
            <a:r>
              <a:t>Delete HP from CreatureCore — remove hp/max_hp/ac fields, delete sidequest-game/src/hp.rs, fix Combatant trait (lose hp/max_hp/ac, gain edge/max_edge/is_broken), cascade compile errors workspace-wide, synthesize edge in constructors with placeholder values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The game engine was tracking character health using traditional hit points (HP) — a concept borrowed from classic tabletop RPGs. SideQuest's combat system is built around "Edge" (composure/momentum), not HP, but the code still had HP wired in at the foundation. This meant every creature in the game was carrying dead weight: fields that tracked health in a way the game never actually used.</a:t>
            </a:r>
            <a:br/>
            <a:br/>
            <a:r>
              <a:t>**Why it matters:** Dead fields don't just waste space — they're landmines. Any developer (or AI agent) touching combat code could read those HP fields and assume they meant something, writing logic against a ghost. The longer the mismatch persisted between the game's *conceptual model* (Edge-based combat) and its *data model* (HP fields), the more likely the engine would drift in the wrong direction.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Think of it like renovating a house that was built with gas fixtures, then converted to electric — but someone left all the old gas lines in the walls "just in case." This story rips out the gas lines.</a:t>
            </a:r>
            <a:br/>
            <a:br/>
            <a:r>
              <a:t>Specifically:</a:t>
            </a:r>
            <a:br/>
            <a:r>
              <a:t>- Every creature in the game used to carry three fields: current HP, max HP, and armor class (AC). Those are now gone.</a:t>
            </a:r>
            <a:br/>
            <a:r>
              <a:t>- In their place: current Edge, max Edge, and a "broken" flag (is this creature out of the fight?).</a:t>
            </a:r>
            <a:br/>
            <a:r>
              <a:t>- A whole file dedicated to HP math (`hp.rs`) was deleted entirely.</a:t>
            </a:r>
            <a:br/>
            <a:r>
              <a:t>- Everywhere in the codebase that touched HP — and it was *everywhere* — was updated to use Edge instead.</a:t>
            </a:r>
            <a:br/>
            <a:r>
              <a:t>- Creatures are now initialized with placeholder Edge values so the system compiles and runs while the real tuning work continues.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team chose a hard cutover rather than a gradual migration for a simple reason: gradual migrations on a foundational type create a window where both systems exist simultaneously and neither is trustworthy. When you have `hp` and `edge` fields sitting next to each other on the same struct, every reader has to ask "which one does the game actually use?" The answer is: nobody knows, because both are plausible.</a:t>
            </a:r>
            <a:br/>
            <a:br/>
            <a:r>
              <a:t>Ripping out HP entirely forces every downstream consumer to confront the new model *now*, while the cascade of compile errors serves as a complete map of every place the old assumption lived. Compile errors are the best possible dependency graph — they don't lie, don't get stale, and can't be ignored.</a:t>
            </a:r>
            <a:br/>
            <a:br/>
            <a:r>
              <a:t>The placeholder values in constructors are an honest acknowledgment that tuning is future work. They are *not* stubs — the system runs, Edge is tracked, combat resolves. The numbers just need calibration.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| Aspect | Before | After |</a:t>
            </a:r>
            <a:br/>
            <a:r>
              <a:t>|---|---|---|</a:t>
            </a:r>
            <a:br/>
            <a:r>
              <a:t>| **Core fields** | `hp: i32`, `max_hp: i32`, `ac: i32` | `edge: i32`, `max_edge: i32`, `is_broken: bool` |</a:t>
            </a:r>
            <a:br/>
            <a:r>
              <a:t>| **Combat concept** | Hit points (damage accumulation) | Edge/composure (pressure and breaking) |</a:t>
            </a:r>
            <a:br/>
            <a:r>
              <a:t>| **"Out of fight" signal** | `hp == 0` (implicit, ad-hoc) | `is_broken: bool` (explicit, typed) |</a:t>
            </a:r>
            <a:br/>
            <a:r>
              <a:t>| **Dedicated file** | `hp.rs` — HP math module | *(deleted)* |</a:t>
            </a:r>
            <a:br/>
            <a:r>
              <a:t>| **Trait surface** | `hp()`, `max_hp()`, `ac()` | `edge()`, `max_edge()`, `is_broken()` |</a:t>
            </a:r>
            <a:br/>
            <a:r>
              <a:t>| **Model accuracy** | Engine said HP; design said Edge | Engine says Edge; design says Edge |</a:t>
            </a:r>
            <a:br/>
            <a:r>
              <a:t>| **Developer signal** | "Does HP mean something here?" | No ambiguity — one concept, one field |</a:t>
            </a:r>
            <a:br/>
            <a:r>
              <a:t>| **Compile state** | Built with dead fields | Builds clean; every consumer updated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