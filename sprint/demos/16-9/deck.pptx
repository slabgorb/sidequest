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16-9</a:t>
            </a:r>
          </a:p>
          <a:p>
            <a:pPr>
              <a:defRPr sz="2000"/>
            </a:pPr>
            <a:r>
              <a:t>Confrontation UI — generic encounter display with genre theming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**Problem:** SideQuest now supports eight different encounter types — standoffs, chases, fights, negotiations, interrogations, net combat, ship battles, and auctions — but the game UI only knows how to show a combat screen. Every new encounter type the engine understands is invisible to the player; the screen goes blank or falls back to a generic text log.</a:t>
            </a:r>
            <a:br/>
            <a:br/>
            <a:r>
              <a:t>**Why it matters:** The entire Epic 16 effort to build a genre-flexible encounter engine is wasted player-experience value if there's no visual component to match. A spaghetti western standoff and a cyberpunk netrun should *feel* completely different on screen — different framing, different color language, different tension mechanics — but today they'd look identical. Genre identity lives or dies at the UI layer.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Think of it like a single "smart display" that knows how to dress itself for the occasion. Before this story, the game had separate, hand-coded screens for combat and chases. Every other encounter type was unrecognized — the engine knew about it, but the screen didn't.</a:t>
            </a:r>
            <a:br/>
            <a:br/>
            <a:r>
              <a:t>The new `ConfrontationOverlay` component is one unified screen that inspects what kind of encounter is happening and picks the right visual presentation automatically:</a:t>
            </a:r>
            <a:br/>
            <a:br/>
            <a:r>
              <a:t>- **Standoffs** (spaghetti western): widescreen letterbox framing, extreme close-up portraits, a rising tension bar in dust-and-gold colors</a:t>
            </a:r>
            <a:br/>
            <a:r>
              <a:t>- **Chases**: hands off to the existing chase visualization with its separation meter and rig stats</a:t>
            </a:r>
            <a:br/>
            <a:r>
              <a:t>- **Combat**: preserves the current battle layout exactly — no visual regression</a:t>
            </a:r>
            <a:br/>
            <a:r>
              <a:t>- **Social encounters** (negotiation, interrogation, trial): leverage or resistance bar, dialogue beat buttons, actor portraits</a:t>
            </a:r>
            <a:br/>
            <a:r>
              <a:t>- **Net combat, ship battles** (future types): the same component will pick up genre theme colors and stat labels from the YAML pack, no code changes needed</a:t>
            </a:r>
            <a:br/>
            <a:br/>
            <a:r>
              <a:t>The component reads two things from the game state: the confrontation type and the genre theme. Those two signals drive every visual decision — colors, layout framing, label text, and which stats appear.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The alternative was building a separate overlay component for each encounter type — which is exactly how combat and chase ended up siloed in the first place. That approach creates a maintenance tax where every new genre pack needs a new UI file.</a:t>
            </a:r>
            <a:br/>
            <a:br/>
            <a:r>
              <a:t>Instead, the component treats visual rules as data, not code. Genre packs already declare confrontation types in YAML with metric names, beat labels, and mood tags (from stories 16-2 through 16-7). The UI component reads those declarations and applies them. Adding a new encounter type to a genre pack doesn't require touching React code — the schema drives the display.</a:t>
            </a:r>
            <a:br/>
            <a:br/>
            <a:r>
              <a:t>The standoff letterbox framing is the one hard-coded exception: it's a deliberate cinematographic choice tied to the spaghetti western genre identity, not a general rule. Everything else is data-driven.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